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95C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395C"/>
                </a:solidFill>
                <a:latin typeface="Calibri"/>
              </a:rPr>
              <a:t>Average Score by Skill Area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 (%)</c:v>
                </c:pt>
              </c:strCache>
            </c:strRef>
          </c:tx>
          <c:spPr>
            <a:solidFill>
              <a:srgbClr val="2E6DA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Aptitude</c:v>
                  </c:pt>
                  <c:pt idx="1">
                    <c:v>Technical</c:v>
                  </c:pt>
                  <c:pt idx="2">
                    <c:v>Communication</c:v>
                  </c:pt>
                  <c:pt idx="3">
                    <c:v>Mock Interview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68</c:v>
                </c:pt>
                <c:pt idx="2">
                  <c:v>75</c:v>
                </c:pt>
                <c:pt idx="3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E3F0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BF1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E3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95C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395C"/>
                </a:solidFill>
                <a:latin typeface="Calibri"/>
              </a:rPr>
              <a:t>Placement Readiness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Placement Readiness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395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E6DA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B9BD5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Placement Ready</c:v>
                </c:pt>
                <c:pt idx="1">
                  <c:v>In Progress</c:v>
                </c:pt>
                <c:pt idx="2">
                  <c:v>Needs Improvement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58</c:v>
                </c:pt>
                <c:pt idx="1">
                  <c:v>27</c:v>
                </c:pt>
                <c:pt idx="2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A6B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2E6DA4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291840" cy="3291840"/>
          </a:xfrm>
          <a:prstGeom prst="ellipse">
            <a:avLst/>
          </a:prstGeom>
          <a:solidFill>
            <a:srgbClr val="5B9BD5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81160" y="1051560"/>
            <a:ext cx="1737360" cy="173736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2874" y="1503274"/>
            <a:ext cx="833933" cy="8339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TRAINING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8745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Tracker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approach to monitoring engineering student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readiness — attendance, skills, and interview performance.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3977640"/>
            <a:ext cx="7863840" cy="2148840"/>
          </a:xfrm>
          <a:prstGeom prst="roundRect">
            <a:avLst>
              <a:gd name="adj" fmla="val 510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B9BD5">
                <a:alpha val="6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4178808"/>
            <a:ext cx="384048" cy="384048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4279392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4151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481328" y="43251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32688" y="4654296"/>
            <a:ext cx="384048" cy="384048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75488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81328" y="46268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1481328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[Department, e.g. Computer Science Engineering]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32688" y="5129784"/>
            <a:ext cx="384048" cy="384048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230368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81328" y="5102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NAME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481328" y="5276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932688" y="5605272"/>
            <a:ext cx="384048" cy="384048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5705856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81328" y="5577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1481328" y="57515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[Academic Year, e.g. 2025 – 2026]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EAF1FB"/>
          </a:solidFill>
          <a:ln/>
        </p:spPr>
      </p:sp>
      <p:sp>
        <p:nvSpPr>
          <p:cNvPr id="5" name="Shape 3"/>
          <p:cNvSpPr/>
          <p:nvPr/>
        </p:nvSpPr>
        <p:spPr>
          <a:xfrm>
            <a:off x="1874520" y="2057400"/>
            <a:ext cx="914400" cy="91440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264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Placement Training Matters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9776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training builds the aptitude, technical depth, and confidence recruiters look for in campus hiring.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EAF1FB"/>
          </a:solidFill>
          <a:ln/>
        </p:spPr>
      </p:sp>
      <p:sp>
        <p:nvSpPr>
          <p:cNvPr id="10" name="Shape 7"/>
          <p:cNvSpPr/>
          <p:nvPr/>
        </p:nvSpPr>
        <p:spPr>
          <a:xfrm>
            <a:off x="5577840" y="2057400"/>
            <a:ext cx="914400" cy="91440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229514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200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Students Face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9776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practice, unclear weak areas, and limited feedback often slow down placement preparation.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EAF1FB"/>
          </a:solidFill>
          <a:ln/>
        </p:spPr>
      </p:sp>
      <p:sp>
        <p:nvSpPr>
          <p:cNvPr id="15" name="Shape 11"/>
          <p:cNvSpPr/>
          <p:nvPr/>
        </p:nvSpPr>
        <p:spPr>
          <a:xfrm>
            <a:off x="9281160" y="2057400"/>
            <a:ext cx="914400" cy="91440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4" y="229514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200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Tracking Is Needed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66760" y="39776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tracker turns scattered effort into visible, measurable progress toward placement readiness.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Training Progress Tracker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TRACKER AIMS TO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EAF1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54580"/>
            <a:ext cx="822960" cy="822960"/>
          </a:xfrm>
          <a:prstGeom prst="ellipse">
            <a:avLst/>
          </a:prstGeom>
          <a:solidFill>
            <a:srgbClr val="1239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70" y="25685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39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Attendance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44144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student attendance across every training session consistently.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EAF1FB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354580"/>
            <a:ext cx="822960" cy="822960"/>
          </a:xfrm>
          <a:prstGeom prst="ellipse">
            <a:avLst/>
          </a:prstGeom>
          <a:solidFill>
            <a:srgbClr val="1239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90" y="25685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39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Performance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52360" y="244144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aptitude and technical scores to reveal real progress over time.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EAF1FB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640580"/>
            <a:ext cx="822960" cy="822960"/>
          </a:xfrm>
          <a:prstGeom prst="ellipse">
            <a:avLst/>
          </a:prstGeom>
          <a:solidFill>
            <a:srgbClr val="1239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485455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325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Soft Skills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472744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communication and interview skills through regular evaluation.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EAF1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640580"/>
            <a:ext cx="822960" cy="822960"/>
          </a:xfrm>
          <a:prstGeom prst="ellipse">
            <a:avLst/>
          </a:prstGeom>
          <a:solidFill>
            <a:srgbClr val="12395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0" y="485455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325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 Readiness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52360" y="472744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every student closer to full placement readiness, step by step.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Training Progress Tracker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PILLARS OF THE TRACKER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23060" y="3177540"/>
            <a:ext cx="8945575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476756" y="2322576"/>
            <a:ext cx="292608" cy="292608"/>
          </a:xfrm>
          <a:prstGeom prst="ellipse">
            <a:avLst/>
          </a:prstGeom>
          <a:solidFill>
            <a:srgbClr val="123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6756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2651760"/>
            <a:ext cx="1051560" cy="105156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0686" y="2925166"/>
            <a:ext cx="504749" cy="5047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713150" y="2322576"/>
            <a:ext cx="292608" cy="292608"/>
          </a:xfrm>
          <a:prstGeom prst="ellipse">
            <a:avLst/>
          </a:prstGeom>
          <a:solidFill>
            <a:srgbClr val="123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1315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3674" y="2651760"/>
            <a:ext cx="1051560" cy="1051560"/>
          </a:xfrm>
          <a:prstGeom prst="ellipse">
            <a:avLst/>
          </a:prstGeom>
          <a:solidFill>
            <a:srgbClr val="12395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079" y="2925166"/>
            <a:ext cx="504749" cy="5047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39314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Aptitude Score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9544" y="2322576"/>
            <a:ext cx="292608" cy="292608"/>
          </a:xfrm>
          <a:prstGeom prst="ellipse">
            <a:avLst/>
          </a:prstGeom>
          <a:solidFill>
            <a:srgbClr val="123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49544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570068" y="2651760"/>
            <a:ext cx="1051560" cy="105156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473" y="2925166"/>
            <a:ext cx="504749" cy="5047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75708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185937" y="2322576"/>
            <a:ext cx="292608" cy="292608"/>
          </a:xfrm>
          <a:prstGeom prst="ellipse">
            <a:avLst/>
          </a:prstGeom>
          <a:solidFill>
            <a:srgbClr val="123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185937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806461" y="2651760"/>
            <a:ext cx="1051560" cy="1051560"/>
          </a:xfrm>
          <a:prstGeom prst="ellipse">
            <a:avLst/>
          </a:prstGeom>
          <a:solidFill>
            <a:srgbClr val="12395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867" y="2925166"/>
            <a:ext cx="504749" cy="50474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12101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10422331" y="2322576"/>
            <a:ext cx="292608" cy="292608"/>
          </a:xfrm>
          <a:prstGeom prst="ellipse">
            <a:avLst/>
          </a:prstGeom>
          <a:solidFill>
            <a:srgbClr val="123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0422331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10042855" y="2651760"/>
            <a:ext cx="1051560" cy="105156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6261" y="2925166"/>
            <a:ext cx="504749" cy="50474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448495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EAF1FB"/>
          </a:solidFill>
          <a:ln/>
        </p:spPr>
      </p:sp>
      <p:sp>
        <p:nvSpPr>
          <p:cNvPr id="31" name="Text 24"/>
          <p:cNvSpPr/>
          <p:nvPr/>
        </p:nvSpPr>
        <p:spPr>
          <a:xfrm>
            <a:off x="914400" y="513892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five pillars give trainers and students a complete, side-by-side view of placement readiness — not just marks, but the full picture.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Training Progress Tracker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SCORES INTO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Data Analysis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59436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766560" y="1691640"/>
          <a:ext cx="48006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48920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2395C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50017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640080" y="5733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547872" y="48920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2395C"/>
          </a:solidFill>
          <a:ln/>
        </p:spPr>
      </p:sp>
      <p:sp>
        <p:nvSpPr>
          <p:cNvPr id="10" name="Text 6"/>
          <p:cNvSpPr/>
          <p:nvPr/>
        </p:nvSpPr>
        <p:spPr>
          <a:xfrm>
            <a:off x="3547872" y="50017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547872" y="5733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55664" y="48920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2395C"/>
          </a:solidFill>
          <a:ln/>
        </p:spPr>
      </p:sp>
      <p:sp>
        <p:nvSpPr>
          <p:cNvPr id="13" name="Text 9"/>
          <p:cNvSpPr/>
          <p:nvPr/>
        </p:nvSpPr>
        <p:spPr>
          <a:xfrm>
            <a:off x="6455664" y="50017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455664" y="5733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SCORE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9363456" y="48920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2395C"/>
          </a:solidFill>
          <a:ln/>
        </p:spPr>
      </p:sp>
      <p:sp>
        <p:nvSpPr>
          <p:cNvPr id="16" name="Text 12"/>
          <p:cNvSpPr/>
          <p:nvPr/>
        </p:nvSpPr>
        <p:spPr>
          <a:xfrm>
            <a:off x="9363456" y="50017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9363456" y="5733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READY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Training Progress Tracker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 TO STUDENTS &amp; TRAINERS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DB8D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54580"/>
            <a:ext cx="822960" cy="82296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70" y="25685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39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Weak Areas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44144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Pinpoints exactly where each student needs more focused practice.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DB8D4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354580"/>
            <a:ext cx="822960" cy="82296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90" y="25685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39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Sharper Preparation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52360" y="244144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scores into a clear, actionable preparation strategy.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DB8D4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640580"/>
            <a:ext cx="822960" cy="82296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485455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325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Supports Trainers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472744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trainers an at-a-glance view to guide every student better.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DB8D4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640580"/>
            <a:ext cx="822960" cy="82296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0" y="485455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325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Success Rate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52360" y="472744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tracking translates into stronger placement outcomes.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Training Progress Tracker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TRACKER IS HEADED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68880" cy="356616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/>
        </p:spPr>
      </p:sp>
      <p:sp>
        <p:nvSpPr>
          <p:cNvPr id="5" name="Shape 3"/>
          <p:cNvSpPr/>
          <p:nvPr/>
        </p:nvSpPr>
        <p:spPr>
          <a:xfrm>
            <a:off x="1394460" y="2286000"/>
            <a:ext cx="960120" cy="960120"/>
          </a:xfrm>
          <a:prstGeom prst="ellipse">
            <a:avLst/>
          </a:prstGeom>
          <a:solidFill>
            <a:srgbClr val="1239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91" y="253563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Dashboard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web dashboard for real-time progress visibility.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613" y="3520440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54298" y="1965960"/>
            <a:ext cx="2468880" cy="356616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/>
        </p:spPr>
      </p:sp>
      <p:sp>
        <p:nvSpPr>
          <p:cNvPr id="11" name="Shape 7"/>
          <p:cNvSpPr/>
          <p:nvPr/>
        </p:nvSpPr>
        <p:spPr>
          <a:xfrm>
            <a:off x="4208678" y="2286000"/>
            <a:ext cx="960120" cy="960120"/>
          </a:xfrm>
          <a:prstGeom prst="ellipse">
            <a:avLst/>
          </a:prstGeom>
          <a:solidFill>
            <a:srgbClr val="12395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310" y="2535631"/>
            <a:ext cx="460858" cy="4608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91458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637178" y="4023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On-the-go access for students and trainers alike.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832" y="3520440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68517" y="1965960"/>
            <a:ext cx="2468880" cy="356616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/>
        </p:spPr>
      </p:sp>
      <p:sp>
        <p:nvSpPr>
          <p:cNvPr id="17" name="Shape 11"/>
          <p:cNvSpPr/>
          <p:nvPr/>
        </p:nvSpPr>
        <p:spPr>
          <a:xfrm>
            <a:off x="7022897" y="2286000"/>
            <a:ext cx="960120" cy="960120"/>
          </a:xfrm>
          <a:prstGeom prst="ellipse">
            <a:avLst/>
          </a:prstGeom>
          <a:solidFill>
            <a:srgbClr val="12395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528" y="2535631"/>
            <a:ext cx="460858" cy="46085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05677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Prediction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451397" y="4023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models to predict placement outcomes early.</a:t>
            </a:r>
            <a:endParaRPr lang="en-US" sz="11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2050" y="3520440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082735" y="1965960"/>
            <a:ext cx="2468880" cy="356616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/>
        </p:spPr>
      </p:sp>
      <p:sp>
        <p:nvSpPr>
          <p:cNvPr id="23" name="Shape 15"/>
          <p:cNvSpPr/>
          <p:nvPr/>
        </p:nvSpPr>
        <p:spPr>
          <a:xfrm>
            <a:off x="9837115" y="2286000"/>
            <a:ext cx="960120" cy="960120"/>
          </a:xfrm>
          <a:prstGeom prst="ellipse">
            <a:avLst/>
          </a:prstGeom>
          <a:solidFill>
            <a:srgbClr val="12395C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6746" y="2535631"/>
            <a:ext cx="460858" cy="46085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219895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Reports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9265615" y="4023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progress reports, no manual effort.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Training Progress Tracker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2E6DA4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840480" cy="3840480"/>
          </a:xfrm>
          <a:prstGeom prst="ellipse">
            <a:avLst/>
          </a:prstGeom>
          <a:solidFill>
            <a:srgbClr val="5B9BD5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Progress, Building Careers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594360" cy="59436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21204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4767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attendance, aptitude, technical, and communication data into one clear view.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834640"/>
            <a:ext cx="594360" cy="59436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54" y="29891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81635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keeps every student’s preparation on track, not just before placements.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31520" y="3703320"/>
            <a:ext cx="594360" cy="59436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4" y="385785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685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habit of tracking today builds real placement success tomorrow.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31520" y="4892040"/>
            <a:ext cx="10698480" cy="0"/>
          </a:xfrm>
          <a:prstGeom prst="line">
            <a:avLst/>
          </a:prstGeom>
          <a:noFill/>
          <a:ln w="12700">
            <a:solidFill>
              <a:srgbClr val="2E6DA4">
                <a:alpha val="6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394960" y="5166360"/>
            <a:ext cx="1005840" cy="1005840"/>
          </a:xfrm>
          <a:prstGeom prst="ellipse">
            <a:avLst/>
          </a:prstGeom>
          <a:solidFill>
            <a:srgbClr val="2E6DA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478" y="5427878"/>
            <a:ext cx="482803" cy="482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0" y="62636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2026-09-11T06:59:08Z</dcterms:created>
  <dcterms:modified xsi:type="dcterms:W3CDTF">2026-09-11T06:59:08Z</dcterms:modified>
</cp:coreProperties>
</file>